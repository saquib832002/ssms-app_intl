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14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520440" cy="5143500"/>
          </a:xfrm>
          <a:prstGeom prst="rect">
            <a:avLst/>
          </a:prstGeom>
          <a:solidFill>
            <a:srgbClr val="0D1F3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1440"/>
            <a:ext cx="1051560" cy="1051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20116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ManageMyAcademy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371600" y="53035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Management Platform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28600" y="1225296"/>
            <a:ext cx="3035808" cy="256032"/>
          </a:xfrm>
          <a:prstGeom prst="roundRect">
            <a:avLst>
              <a:gd name="adj" fmla="val 14286"/>
            </a:avLst>
          </a:prstGeom>
          <a:solidFill>
            <a:srgbClr val="0284C7"/>
          </a:solidFill>
          <a:ln/>
        </p:spPr>
      </p:sp>
      <p:sp>
        <p:nvSpPr>
          <p:cNvPr id="8" name="Text 5"/>
          <p:cNvSpPr/>
          <p:nvPr/>
        </p:nvSpPr>
        <p:spPr>
          <a:xfrm>
            <a:off x="228600" y="1225296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 ·  REGISTRATION MODULE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28600" y="1591056"/>
            <a:ext cx="30540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228600" y="2304288"/>
            <a:ext cx="30540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228600" y="3054096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A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 smarter. Track attendance.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A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with confidence.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28600" y="3675888"/>
            <a:ext cx="3054096" cy="438912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228600" y="3675888"/>
            <a:ext cx="3054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managemyacademy.com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28600" y="4224528"/>
            <a:ext cx="3054096" cy="402336"/>
          </a:xfrm>
          <a:prstGeom prst="roundRect">
            <a:avLst>
              <a:gd name="adj" fmla="val 18182"/>
            </a:avLst>
          </a:prstGeom>
          <a:solidFill>
            <a:srgbClr val="128C7E"/>
          </a:solidFill>
          <a:ln/>
        </p:spPr>
      </p:sp>
      <p:sp>
        <p:nvSpPr>
          <p:cNvPr id="15" name="Text 12"/>
          <p:cNvSpPr/>
          <p:nvPr/>
        </p:nvSpPr>
        <p:spPr>
          <a:xfrm>
            <a:off x="228600" y="4224528"/>
            <a:ext cx="3054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 +91 9801198648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712464" y="164592"/>
            <a:ext cx="2505456" cy="1115568"/>
          </a:xfrm>
          <a:prstGeom prst="roundRect">
            <a:avLst>
              <a:gd name="adj" fmla="val 8197"/>
            </a:avLst>
          </a:prstGeom>
          <a:solidFill>
            <a:srgbClr val="112B52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840480" y="292608"/>
            <a:ext cx="420624" cy="420624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8" name="Text 15"/>
          <p:cNvSpPr/>
          <p:nvPr/>
        </p:nvSpPr>
        <p:spPr>
          <a:xfrm>
            <a:off x="3840480" y="292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352544" y="237744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Registration Forms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352544" y="621792"/>
            <a:ext cx="1755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A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&amp; offline forms with instant digital submission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016752" y="1115568"/>
            <a:ext cx="91440" cy="9144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2" name="Shape 19"/>
          <p:cNvSpPr/>
          <p:nvPr/>
        </p:nvSpPr>
        <p:spPr>
          <a:xfrm>
            <a:off x="6345936" y="164592"/>
            <a:ext cx="2505456" cy="1115568"/>
          </a:xfrm>
          <a:prstGeom prst="roundRect">
            <a:avLst>
              <a:gd name="adj" fmla="val 8197"/>
            </a:avLst>
          </a:prstGeom>
          <a:solidFill>
            <a:srgbClr val="112B52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73952" y="292608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24" name="Text 21"/>
          <p:cNvSpPr/>
          <p:nvPr/>
        </p:nvSpPr>
        <p:spPr>
          <a:xfrm>
            <a:off x="6473952" y="292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986016" y="237744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Registration Number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986016" y="621792"/>
            <a:ext cx="1755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A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student IDs generated automatically on enrolment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8650224" y="1115568"/>
            <a:ext cx="91440" cy="9144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28" name="Shape 25"/>
          <p:cNvSpPr/>
          <p:nvPr/>
        </p:nvSpPr>
        <p:spPr>
          <a:xfrm>
            <a:off x="3712464" y="1389888"/>
            <a:ext cx="2505456" cy="1115568"/>
          </a:xfrm>
          <a:prstGeom prst="roundRect">
            <a:avLst>
              <a:gd name="adj" fmla="val 8197"/>
            </a:avLst>
          </a:prstGeom>
          <a:solidFill>
            <a:srgbClr val="112B52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840480" y="1517904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7"/>
          <p:cNvSpPr/>
          <p:nvPr/>
        </p:nvSpPr>
        <p:spPr>
          <a:xfrm>
            <a:off x="3840480" y="1517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4352544" y="146304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Management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352544" y="1847088"/>
            <a:ext cx="1755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A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student photo, birth certificate &amp; credentials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016752" y="2340864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4" name="Shape 31"/>
          <p:cNvSpPr/>
          <p:nvPr/>
        </p:nvSpPr>
        <p:spPr>
          <a:xfrm>
            <a:off x="6345936" y="1389888"/>
            <a:ext cx="2505456" cy="1115568"/>
          </a:xfrm>
          <a:prstGeom prst="roundRect">
            <a:avLst>
              <a:gd name="adj" fmla="val 8197"/>
            </a:avLst>
          </a:prstGeom>
          <a:solidFill>
            <a:srgbClr val="112B52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473952" y="1517904"/>
            <a:ext cx="420624" cy="42062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6" name="Text 33"/>
          <p:cNvSpPr/>
          <p:nvPr/>
        </p:nvSpPr>
        <p:spPr>
          <a:xfrm>
            <a:off x="6473952" y="1517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6986016" y="146304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&amp; Guardian Profile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986016" y="1847088"/>
            <a:ext cx="1755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A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parent, guardian &amp; emergency contacts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8650224" y="2340864"/>
            <a:ext cx="91440" cy="9144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40" name="Shape 37"/>
          <p:cNvSpPr/>
          <p:nvPr/>
        </p:nvSpPr>
        <p:spPr>
          <a:xfrm>
            <a:off x="3712464" y="2615184"/>
            <a:ext cx="2505456" cy="1115568"/>
          </a:xfrm>
          <a:prstGeom prst="roundRect">
            <a:avLst>
              <a:gd name="adj" fmla="val 8197"/>
            </a:avLst>
          </a:prstGeom>
          <a:solidFill>
            <a:srgbClr val="112B52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3840480" y="2743200"/>
            <a:ext cx="420624" cy="42062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42" name="Text 39"/>
          <p:cNvSpPr/>
          <p:nvPr/>
        </p:nvSpPr>
        <p:spPr>
          <a:xfrm>
            <a:off x="3840480" y="2743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4352544" y="2688336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&amp; Section Assignment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4352544" y="3072384"/>
            <a:ext cx="1755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A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class, section &amp; branch at registration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016752" y="3566160"/>
            <a:ext cx="91440" cy="9144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46" name="Shape 43"/>
          <p:cNvSpPr/>
          <p:nvPr/>
        </p:nvSpPr>
        <p:spPr>
          <a:xfrm>
            <a:off x="6345936" y="2615184"/>
            <a:ext cx="2505456" cy="1115568"/>
          </a:xfrm>
          <a:prstGeom prst="roundRect">
            <a:avLst>
              <a:gd name="adj" fmla="val 8197"/>
            </a:avLst>
          </a:prstGeom>
          <a:solidFill>
            <a:srgbClr val="112B52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6473952" y="2743200"/>
            <a:ext cx="420624" cy="420624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48" name="Text 45"/>
          <p:cNvSpPr/>
          <p:nvPr/>
        </p:nvSpPr>
        <p:spPr>
          <a:xfrm>
            <a:off x="6473952" y="2743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6986016" y="2688336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Category Mapping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6986016" y="3072384"/>
            <a:ext cx="1755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A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link fee structures on student enrolment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8650224" y="3566160"/>
            <a:ext cx="91440" cy="9144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52" name="Shape 49"/>
          <p:cNvSpPr/>
          <p:nvPr/>
        </p:nvSpPr>
        <p:spPr>
          <a:xfrm>
            <a:off x="3712464" y="3840480"/>
            <a:ext cx="2505456" cy="1115568"/>
          </a:xfrm>
          <a:prstGeom prst="roundRect">
            <a:avLst>
              <a:gd name="adj" fmla="val 8197"/>
            </a:avLst>
          </a:prstGeom>
          <a:solidFill>
            <a:srgbClr val="112B52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3840480" y="3968496"/>
            <a:ext cx="420624" cy="42062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4" name="Text 51"/>
          <p:cNvSpPr/>
          <p:nvPr/>
        </p:nvSpPr>
        <p:spPr>
          <a:xfrm>
            <a:off x="3840480" y="3968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4352544" y="391363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4352544" y="4297680"/>
            <a:ext cx="1755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A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attendance tracking with absent/late alerts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6016752" y="4791456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8" name="Shape 55"/>
          <p:cNvSpPr/>
          <p:nvPr/>
        </p:nvSpPr>
        <p:spPr>
          <a:xfrm>
            <a:off x="6345936" y="3840480"/>
            <a:ext cx="2505456" cy="1115568"/>
          </a:xfrm>
          <a:prstGeom prst="roundRect">
            <a:avLst>
              <a:gd name="adj" fmla="val 8197"/>
            </a:avLst>
          </a:prstGeom>
          <a:solidFill>
            <a:srgbClr val="112B52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6473952" y="3968496"/>
            <a:ext cx="420624" cy="42062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0" name="Text 57"/>
          <p:cNvSpPr/>
          <p:nvPr/>
        </p:nvSpPr>
        <p:spPr>
          <a:xfrm>
            <a:off x="6473952" y="3968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RPT</a:t>
            </a:r>
            <a:endParaRPr lang="en-US" sz="750" dirty="0"/>
          </a:p>
        </p:txBody>
      </p:sp>
      <p:sp>
        <p:nvSpPr>
          <p:cNvPr id="61" name="Text 58"/>
          <p:cNvSpPr/>
          <p:nvPr/>
        </p:nvSpPr>
        <p:spPr>
          <a:xfrm>
            <a:off x="6986016" y="391363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</a:t>
            </a:r>
            <a:endParaRPr lang="en-US" sz="1100" dirty="0"/>
          </a:p>
        </p:txBody>
      </p:sp>
      <p:sp>
        <p:nvSpPr>
          <p:cNvPr id="62" name="Text 59"/>
          <p:cNvSpPr/>
          <p:nvPr/>
        </p:nvSpPr>
        <p:spPr>
          <a:xfrm>
            <a:off x="6986016" y="4297680"/>
            <a:ext cx="1755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A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student &amp; class reports with export options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8650224" y="4791456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4" name="Text 61"/>
          <p:cNvSpPr/>
          <p:nvPr/>
        </p:nvSpPr>
        <p:spPr>
          <a:xfrm>
            <a:off x="3712464" y="4892040"/>
            <a:ext cx="5266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 schools across India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2026-08-06T02:38:09Z</dcterms:created>
  <dcterms:modified xsi:type="dcterms:W3CDTF">2026-08-06T02:38:09Z</dcterms:modified>
</cp:coreProperties>
</file>